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Inter Light"/>
      <p:regular r:id="rId8"/>
    </p:embeddedFont>
    <p:embeddedFont>
      <p:font typeface="Inter Light"/>
      <p:regular r:id="rId9"/>
    </p:embeddedFont>
    <p:embeddedFont>
      <p:font typeface="Inter Light"/>
      <p:regular r:id="rId10"/>
    </p:embeddedFont>
    <p:embeddedFont>
      <p:font typeface="Inter Light"/>
      <p:regular r:id="rId11"/>
    </p:embeddedFon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129" y="2094667"/>
            <a:ext cx="2002036" cy="289203"/>
          </a:xfrm>
          <a:prstGeom prst="roundRect">
            <a:avLst>
              <a:gd name="adj" fmla="val 21550"/>
            </a:avLst>
          </a:prstGeom>
          <a:solidFill>
            <a:srgbClr val="1860ED"/>
          </a:solidFill>
          <a:ln/>
        </p:spPr>
      </p:sp>
      <p:sp>
        <p:nvSpPr>
          <p:cNvPr id="3" name="Text 1"/>
          <p:cNvSpPr/>
          <p:nvPr/>
        </p:nvSpPr>
        <p:spPr>
          <a:xfrm>
            <a:off x="760333" y="2150269"/>
            <a:ext cx="1779627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BOOTCAMP FULL STACK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795" y="2094667"/>
            <a:ext cx="589002" cy="289203"/>
          </a:xfrm>
          <a:prstGeom prst="roundRect">
            <a:avLst>
              <a:gd name="adj" fmla="val 21550"/>
            </a:avLst>
          </a:prstGeom>
          <a:solidFill>
            <a:srgbClr val="061C47"/>
          </a:solidFill>
          <a:ln/>
        </p:spPr>
      </p:sp>
      <p:sp>
        <p:nvSpPr>
          <p:cNvPr id="5" name="Text 3"/>
          <p:cNvSpPr/>
          <p:nvPr/>
        </p:nvSpPr>
        <p:spPr>
          <a:xfrm>
            <a:off x="2855000" y="2150269"/>
            <a:ext cx="36659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25428" y="2094667"/>
            <a:ext cx="1776293" cy="289203"/>
          </a:xfrm>
          <a:prstGeom prst="roundRect">
            <a:avLst>
              <a:gd name="adj" fmla="val 21550"/>
            </a:avLst>
          </a:prstGeom>
          <a:solidFill>
            <a:srgbClr val="061C47"/>
          </a:solidFill>
          <a:ln/>
        </p:spPr>
      </p:sp>
      <p:sp>
        <p:nvSpPr>
          <p:cNvPr id="7" name="Text 5"/>
          <p:cNvSpPr/>
          <p:nvPr/>
        </p:nvSpPr>
        <p:spPr>
          <a:xfrm>
            <a:off x="3536633" y="2150269"/>
            <a:ext cx="1553885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BACKEND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129" y="2458045"/>
            <a:ext cx="13332143" cy="1738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0"/>
              </a:lnSpc>
              <a:buNone/>
            </a:pPr>
            <a:r>
              <a:rPr lang="en-US" sz="10950" b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QuoteMatic</a:t>
            </a:r>
            <a:endParaRPr lang="en-US" sz="10950" dirty="0"/>
          </a:p>
        </p:txBody>
      </p:sp>
      <p:sp>
        <p:nvSpPr>
          <p:cNvPr id="9" name="Text 7"/>
          <p:cNvSpPr/>
          <p:nvPr/>
        </p:nvSpPr>
        <p:spPr>
          <a:xfrm>
            <a:off x="649129" y="4475083"/>
            <a:ext cx="13332143" cy="1159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Recomendador de frases con API REST, MongoDB y panel admin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9129" y="5912406"/>
            <a:ext cx="13332143" cy="22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8CB0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David López Sotelo · Bootcamp Full Stack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2026-05-04T15:02:36Z</dcterms:created>
  <dcterms:modified xsi:type="dcterms:W3CDTF">2026-05-04T15:02:36Z</dcterms:modified>
</cp:coreProperties>
</file>